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1.png"/><Relationship Id="rId14" Type="http://schemas.openxmlformats.org/officeDocument/2006/relationships/image" Target="../media/image-2-12.svg"/><Relationship Id="rId15" Type="http://schemas.openxmlformats.org/officeDocument/2006/relationships/image" Target="../media/image-2-11.png"/><Relationship Id="rId16" Type="http://schemas.openxmlformats.org/officeDocument/2006/relationships/image" Target="../media/image-2-12.svg"/><Relationship Id="rId17" Type="http://schemas.openxmlformats.org/officeDocument/2006/relationships/image" Target="../media/image-2-11.png"/><Relationship Id="rId18" Type="http://schemas.openxmlformats.org/officeDocument/2006/relationships/image" Target="../media/image-2-12.sv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31045"/>
            <a:ext cx="8151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AI-Driven Infrastructure Capacity Planning Advisor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8919" y="3065041"/>
            <a:ext cx="860896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Linu Simon · Bishoy E · Sebin J · Anooj A S · Refeena T 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9170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&amp; Solution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172468"/>
            <a:ext cx="4107135" cy="3471788"/>
          </a:xfrm>
          <a:prstGeom prst="roundRect">
            <a:avLst>
              <a:gd name="adj" fmla="val 2940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781" y="1331937"/>
            <a:ext cx="1228055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37" y="1382911"/>
            <a:ext cx="113407" cy="113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947" y="1374428"/>
            <a:ext cx="134503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CHALLENGE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913" y="1715542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6479" y="1706761"/>
            <a:ext cx="1362521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Manual Planning Errors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96479" y="2309143"/>
            <a:ext cx="1362521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Over-provisioning and shortages from manual capacity planning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9312" y="1715542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96878" y="1706761"/>
            <a:ext cx="1362521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Workload Visibility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996878" y="2309143"/>
            <a:ext cx="136252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insight into usage trends and demand changes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913" y="3338438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6479" y="3329657"/>
            <a:ext cx="1362521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AI Guidance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96479" y="3701728"/>
            <a:ext cx="1362521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Tools provide metrics, but not actionable recommendations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89312" y="3338438"/>
            <a:ext cx="212601" cy="21260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996878" y="3329657"/>
            <a:ext cx="1362521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Impact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2996878" y="3932039"/>
            <a:ext cx="136252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Reliability risks, budget waste, and scaling limits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49701" y="1331937"/>
            <a:ext cx="1159073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4756" y="1382911"/>
            <a:ext cx="113407" cy="11340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04867" y="1374428"/>
            <a:ext cx="12760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SOLUTION</a:t>
            </a:r>
            <a:endParaRPr lang="en-US" sz="8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2832" y="1715542"/>
            <a:ext cx="212601" cy="21260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0398" y="1706761"/>
            <a:ext cx="140218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Forecasting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5210398" y="2078831"/>
            <a:ext cx="140218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 tool with capacity forecasts and risk scoring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42894" y="1715542"/>
            <a:ext cx="212601" cy="21260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250460" y="1706761"/>
            <a:ext cx="140218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 Visualization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7250460" y="2309143"/>
            <a:ext cx="140218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charts and scenario modeling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02832" y="2969940"/>
            <a:ext cx="212601" cy="21260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10398" y="2961159"/>
            <a:ext cx="140218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Multi-Agent Optimization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5210398" y="3563541"/>
            <a:ext cx="140218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Actionable recommendations from AI agents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42894" y="2969940"/>
            <a:ext cx="212601" cy="212601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250460" y="2961159"/>
            <a:ext cx="140218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Clear Targets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7250460" y="3333229"/>
            <a:ext cx="140218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80% forecast accuracy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9FEED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20% cost savings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API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011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Architecture Diagram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1168226"/>
            <a:ext cx="6362700" cy="35512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10978"/>
            <a:ext cx="8151763" cy="9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5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2026-07-31T09:09:14Z</dcterms:created>
  <dcterms:modified xsi:type="dcterms:W3CDTF">2026-07-31T09:09:14Z</dcterms:modified>
</cp:coreProperties>
</file>